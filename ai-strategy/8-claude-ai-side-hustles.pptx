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E9F6E"/>
                </a:solidFill>
                <a:latin typeface="Calibri"/>
              </a:rPr>
              <a:t>8 CLAUDE AI SIDE HUSTLES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That Can Replace 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Full-Time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C7D0D9"/>
                </a:solidFill>
                <a:latin typeface="Calibri"/>
              </a:rPr>
              <a:t>Real people. Real numbers. Exactly how to start each one this week.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4892040"/>
            <a:ext cx="566928" cy="566928"/>
          </a:xfrm>
          <a:prstGeom prst="ellipse">
            <a:avLst/>
          </a:prstGeom>
          <a:solidFill>
            <a:srgbClr val="C06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2309513" y="4892040"/>
            <a:ext cx="566928" cy="566928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9513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3704626" y="4892040"/>
            <a:ext cx="566928" cy="566928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4626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1" name="Oval 10"/>
          <p:cNvSpPr/>
          <p:nvPr/>
        </p:nvSpPr>
        <p:spPr>
          <a:xfrm>
            <a:off x="5099739" y="4892040"/>
            <a:ext cx="566928" cy="566928"/>
          </a:xfrm>
          <a:prstGeom prst="ellipse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9739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13" name="Oval 12"/>
          <p:cNvSpPr/>
          <p:nvPr/>
        </p:nvSpPr>
        <p:spPr>
          <a:xfrm>
            <a:off x="6494852" y="4892040"/>
            <a:ext cx="566928" cy="566928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4852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15" name="Oval 14"/>
          <p:cNvSpPr/>
          <p:nvPr/>
        </p:nvSpPr>
        <p:spPr>
          <a:xfrm>
            <a:off x="7889965" y="4892040"/>
            <a:ext cx="566928" cy="566928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9965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17" name="Oval 16"/>
          <p:cNvSpPr/>
          <p:nvPr/>
        </p:nvSpPr>
        <p:spPr>
          <a:xfrm>
            <a:off x="9285078" y="4892040"/>
            <a:ext cx="566928" cy="566928"/>
          </a:xfrm>
          <a:prstGeom prst="ellipse">
            <a:avLst/>
          </a:prstGeom>
          <a:solidFill>
            <a:srgbClr val="B5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5078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07</a:t>
            </a:r>
          </a:p>
        </p:txBody>
      </p:sp>
      <p:sp>
        <p:nvSpPr>
          <p:cNvPr id="19" name="Oval 18"/>
          <p:cNvSpPr/>
          <p:nvPr/>
        </p:nvSpPr>
        <p:spPr>
          <a:xfrm>
            <a:off x="10680192" y="4892040"/>
            <a:ext cx="566928" cy="566928"/>
          </a:xfrm>
          <a:prstGeom prst="ellipse">
            <a:avLst/>
          </a:prstGeom>
          <a:solidFill>
            <a:srgbClr val="1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80192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 i="0">
                <a:solidFill>
                  <a:srgbClr val="FFFFFF"/>
                </a:solidFill>
                <a:latin typeface="Cambria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49E"/>
                </a:solidFill>
                <a:latin typeface="Calibri"/>
              </a:rPr>
              <a:t>VISION OUTREACH MEDIA  •  CLAUDE AI PLAYBOOK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9F6E"/>
                </a:solidFill>
                <a:latin typeface="Calibri"/>
              </a:rP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Claude isn't a shortcut around the work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E9F6E"/>
                </a:solidFill>
                <a:latin typeface="Cambria"/>
              </a:rPr>
              <a:t>it's a force multiplier on the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10908792" cy="141732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1">
                <a:solidFill>
                  <a:srgbClr val="4B5866"/>
                </a:solidFill>
                <a:latin typeface="Calibri"/>
              </a:rPr>
              <a:t>“Think of it like a songwriter who finally got a manager. You can write the best song in the world, but if nobody hears it, you stay broke playing empty bars. Claude is your manager — you make the product, Claude gets it in front of the right buyers.”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7D5C"/>
                </a:solidFill>
                <a:latin typeface="Calibri"/>
              </a:rPr>
              <a:t>YOU BRING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3776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1B2430"/>
                </a:solidFill>
                <a:latin typeface="Calibri"/>
              </a:rPr>
              <a:t>The skill, the product, or the story — the thing only you can make.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45720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9F6E"/>
                </a:solidFill>
                <a:latin typeface="Calibri"/>
              </a:rPr>
              <a:t>CLAUDE BRINGS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493776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buyers, the pitch, the pricing, the content, the code — the business side that used to take years to 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C06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Physical Product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Make (or have made) a physical product and sell it in bulk to businesses, not just one at a time to strangers.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0654F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994660"/>
            <a:ext cx="457200" cy="457200"/>
          </a:xfrm>
          <a:prstGeom prst="ellipse">
            <a:avLst/>
          </a:prstGeom>
          <a:solidFill>
            <a:srgbClr val="C06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Pick a product you can make: ceramics, candles, furniture, sauces, apparel.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1" y="3890772"/>
            <a:ext cx="457200" cy="457200"/>
          </a:xfrm>
          <a:prstGeom prst="ellipse">
            <a:avLst/>
          </a:prstGeom>
          <a:solidFill>
            <a:srgbClr val="C06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Claude finds bulk buyers — hotels, cafes, shops, offices — and writes a personalized pitch for each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786884"/>
            <a:ext cx="457200" cy="457200"/>
          </a:xfrm>
          <a:prstGeom prst="ellipse">
            <a:avLst/>
          </a:prstGeom>
          <a:solidFill>
            <a:srgbClr val="C06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Land a few bulk accounts first; those are the big 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5682996"/>
            <a:ext cx="457200" cy="457200"/>
          </a:xfrm>
          <a:prstGeom prst="ellipse">
            <a:avLst/>
          </a:prstGeom>
          <a:solidFill>
            <a:srgbClr val="C06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Expand to direct-to-consumer with a Claude-built website and marketing.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654F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Jon Pandolfi, Ceramic Artist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C0654F"/>
                </a:solidFill>
                <a:latin typeface="Cambria"/>
              </a:rPr>
              <a:t>$6.6M/yr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One hotel order of 6,000 pieces (~$100K) opened the door — now his dinnerware is in hundreds of restaurants and on The Bear.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+ Cowboy Kent Rollins: $21K/mo AdSense, plus his own cookware product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Reselling &amp; Thrift Flipping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Buy underpriced items at thrift stores and yard sales, use Claude as an instant appraiser, then flip them online.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99A2E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05272" y="2994660"/>
            <a:ext cx="457200" cy="45720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5272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Snap a photo of an item and ask Claude what it is and what it's worth.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05272" y="3890772"/>
            <a:ext cx="457200" cy="45720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Buy it only if the resale price clearly beats what you paid.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05272" y="4786884"/>
            <a:ext cx="457200" cy="45720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Claude writes the listing title, description, and buyer-search keywords.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5272" y="5682996"/>
            <a:ext cx="457200" cy="45720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Post on eBay, Facebook Marketplace, or Mercari, then reinvest the profit.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99A2E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Jocelyn Elizabeth, “Crazy Lamp Lady”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C99A2E"/>
                </a:solidFill>
                <a:latin typeface="Cambria"/>
              </a:rPr>
              <a:t>$5.2M/yr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Started after a $5 lamp sold for $70. Now runs the Knickknacks marketplace — her personal cut alone is $260K.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19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+ Her thrifting YouTube channel adds close to $300K more per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Start a YouTube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Teach a skill or topic you already know. A channel is a lighthouse: you build it once and customers sail to you for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64545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99466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Pick a niche — often the most “boring” topics win (certifications, compliance, careers).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1" y="3890772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Use Claude to generate video ideas, scripts, and titles.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786884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Post consistently and let the channel compound.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5682996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Turn the audience into income via ads, coaching, or your own product.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64545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Isaiah Harris, Singing Coach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D64545"/>
                </a:solidFill>
                <a:latin typeface="Cambria"/>
              </a:rPr>
              <a:t>$100K/mo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Hit $20K/month on free content alone, then scaled to six figures a month — posting just once a month.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+ Nurse Jen: $9.5K/mo AdSense  •  Josh (IT/cyber certs): $186K in one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The “Answer Man”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Get paid to answer expert questions people already have — mechanics, nurses, electricians, IT pros — with Claude as your research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B6FA0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05272" y="2994660"/>
            <a:ext cx="457200" cy="457200"/>
          </a:xfrm>
          <a:prstGeom prst="ellipse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5272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Pick a subject you already know well from your job or life.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05272" y="3890772"/>
            <a:ext cx="457200" cy="457200"/>
          </a:xfrm>
          <a:prstGeom prst="ellipse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Sign up on a platform like JustAnswer, or have Claude help you build your own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05272" y="4786884"/>
            <a:ext cx="457200" cy="457200"/>
          </a:xfrm>
          <a:prstGeom prst="ellipse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Use Claude to research each question fast and draft a clear, accurate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5272" y="5682996"/>
            <a:ext cx="457200" cy="457200"/>
          </a:xfrm>
          <a:prstGeom prst="ellipse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Answer consistently to build volume and rating; repurpose answers as YouTube videos to scale further.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B6FA0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Chris Pyle, Mechanic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3B6FA0"/>
                </a:solidFill>
                <a:latin typeface="Cambria"/>
              </a:rPr>
              <a:t>$170K/yr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Started answering car questions on JustAnswer after his day job at Ford — $14,200/month once he quit for good.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19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+ Scotty Kilmer's car-advice channel: ~$23K/mo in AdSense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Local Service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Low competition, almost no startup cost: power washing, lawn care, window and gutter cleaning. Claude solves the hard part — getting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7D5C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994660"/>
            <a:ext cx="457200" cy="457200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Pick a simple service people nearby will pay for.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1" y="3890772"/>
            <a:ext cx="457200" cy="457200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Grab about $100 of basic equipment to 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786884"/>
            <a:ext cx="457200" cy="457200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Claude builds your Google Business listing, ad copy, door-knock script, and instant-quote 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5682996"/>
            <a:ext cx="457200" cy="457200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Book weekend jobs, do great work, and let referrals stack 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F7D5C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Joel Justice, Power Washing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3F7D5C"/>
                </a:solidFill>
                <a:latin typeface="Cambria"/>
              </a:rPr>
              <a:t>6-figure biz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Started with about $100 of equipment — now over 1,000 jobs done and a six-figure business.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+ “Drain Addict” on YouTube: one video made $84K; ~$17K/mo from AdSense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Build a Simple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Find one narrow, specific problem and build a small app that solves just that. Claude writes the code, even with zero programming background.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B5EA7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05272" y="2994660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5272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Identify one small, specific problem — not a big, broad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05272" y="3890772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Describe the app to Claude and have it write the code step-by-step.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05272" y="4786884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Test it, then publish it to the app store.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5272" y="5682996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Have Claude write the store description and the launch marketing.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B5EA7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Steven Crowder, “Puff Count”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7B5EA7"/>
                </a:solidFill>
                <a:latin typeface="Cambria"/>
              </a:rPr>
              <a:t>$40K/mo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No coding background — built a vape-quitting tracker app that now brings in $40,000 a month.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19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The lesson: solve one very specific problem, not a big crowded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UGC Content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Film short, casual videos of yourself using a brand's product. Brands run these as their own ads — no followers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5507A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994660"/>
            <a:ext cx="457200" cy="457200"/>
          </a:xfrm>
          <a:prstGeom prst="ellipse">
            <a:avLst/>
          </a:prstGeom>
          <a:solidFill>
            <a:srgbClr val="B5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Pick a few product categories you actually enjoy talking about.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1" y="3890772"/>
            <a:ext cx="457200" cy="457200"/>
          </a:xfrm>
          <a:prstGeom prst="ellipse">
            <a:avLst/>
          </a:prstGeom>
          <a:solidFill>
            <a:srgbClr val="B5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Claude writes a scroll-stopping hook and script; you film it on your 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786884"/>
            <a:ext cx="457200" cy="457200"/>
          </a:xfrm>
          <a:prstGeom prst="ellipse">
            <a:avLst/>
          </a:prstGeom>
          <a:solidFill>
            <a:srgbClr val="B5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Claude writes pitch emails and finds brands; sign up on Collabstr or Join Brands.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5682996"/>
            <a:ext cx="457200" cy="457200"/>
          </a:xfrm>
          <a:prstGeom prst="ellipse">
            <a:avLst/>
          </a:prstGeom>
          <a:solidFill>
            <a:srgbClr val="B5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Land your first paid clip, build a small portfolio, then raise your rates.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507A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Kelly Rockline, UGC Creator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B5507A"/>
                </a:solidFill>
                <a:latin typeface="Cambria"/>
              </a:rPr>
              <a:t>$142K/yr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Filmed UGC on the side of a corporate job — by 2022 it was bringing in $142K a year; now full-time.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+ Chris Barr: does outdoor-niche UGC and teaches it on his own YouTube channel.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90" b="1" i="0">
                <a:solidFill>
                  <a:srgbClr val="FFFFFF"/>
                </a:solidFill>
                <a:latin typeface="Cambr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A949E"/>
                </a:solidFill>
                <a:latin typeface="Calibri"/>
              </a:rPr>
              <a:t>SIDE HUSTLE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Coaching From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4B5866"/>
                </a:solidFill>
                <a:latin typeface="Calibri"/>
              </a:rPr>
              <a:t>Turn something hard you already overcame — debt, career change, a tough skill — into a paid coaching system with Claude's help.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377440"/>
            <a:ext cx="6355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8A8A"/>
                </a:solidFill>
                <a:latin typeface="Calibri"/>
              </a:rPr>
              <a:t>HOW TO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834640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05272" y="2994660"/>
            <a:ext cx="457200" cy="457200"/>
          </a:xfrm>
          <a:prstGeom prst="ellipse">
            <a:avLst/>
          </a:prstGeom>
          <a:solidFill>
            <a:srgbClr val="1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5272" y="29946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07792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Identify what you personally figured out the hard 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730752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05272" y="3890772"/>
            <a:ext cx="457200" cy="457200"/>
          </a:xfrm>
          <a:prstGeom prst="ellipse">
            <a:avLst/>
          </a:prstGeom>
          <a:solidFill>
            <a:srgbClr val="1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38907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03904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Claude turns it into a full curriculum: steps, lessons, worksheets.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4626864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05272" y="4786884"/>
            <a:ext cx="457200" cy="457200"/>
          </a:xfrm>
          <a:prstGeom prst="ellipse">
            <a:avLst/>
          </a:prstGeom>
          <a:solidFill>
            <a:srgbClr val="1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47868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00016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Start with 1-on-1 coaching to learn exactly what clients need.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5522976"/>
            <a:ext cx="6355080" cy="77724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5272" y="5682996"/>
            <a:ext cx="457200" cy="457200"/>
          </a:xfrm>
          <a:prstGeom prst="ellipse">
            <a:avLst/>
          </a:prstGeom>
          <a:solidFill>
            <a:srgbClr val="1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56829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596128"/>
            <a:ext cx="539496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Calibri"/>
              </a:rPr>
              <a:t>Scale into group coaching or a course, using Claude + YouTube for inbound leads.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377440"/>
            <a:ext cx="4526280" cy="3922776"/>
          </a:xfrm>
          <a:prstGeom prst="roundRect">
            <a:avLst>
              <a:gd name="adj" fmla="val 7000"/>
            </a:avLst>
          </a:prstGeom>
          <a:solidFill>
            <a:srgbClr val="1B2430"/>
          </a:solidFill>
          <a:ln>
            <a:noFill/>
          </a:ln>
          <a:effectLst/>
          <a:effectLst>
            <a:outerShdw blurRad="90000" dist="25000" dir="5400000" rotWithShape="0">
              <a:srgbClr val="1B2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26517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8A8A"/>
                </a:solidFill>
                <a:latin typeface="Calibri"/>
              </a:rPr>
              <a:t>REAL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" y="299923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Bernadette Joy, Money Coach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352044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E8A8A"/>
                </a:solidFill>
                <a:latin typeface="Cambria"/>
              </a:rPr>
              <a:t>$279K/yr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4434840"/>
            <a:ext cx="3886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6DCE2"/>
                </a:solidFill>
                <a:latin typeface="Calibri"/>
              </a:rPr>
              <a:t>Paid off $300K of debt with her husband, then built the coaching business Crush Your Money Goals.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19" y="5248656"/>
            <a:ext cx="388620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" y="5358384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B8C1CA"/>
                </a:solidFill>
                <a:latin typeface="Calibri"/>
              </a:rPr>
              <a:t>+ Carla: a 1,500-subscriber channel still closed a $100K coaching contract.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9F6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Pick one. Start this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664208"/>
            <a:ext cx="384048" cy="384048"/>
          </a:xfrm>
          <a:prstGeom prst="ellipse">
            <a:avLst/>
          </a:prstGeom>
          <a:solidFill>
            <a:srgbClr val="C06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64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Physical Product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08376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0654F"/>
                </a:solidFill>
                <a:latin typeface="Cambria"/>
              </a:rPr>
              <a:t>$6.6M/yr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7570" y="1463040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8738" y="1664208"/>
            <a:ext cx="384048" cy="384048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8738" y="1664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738" y="2176272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Reselling &amp; Thrift Flipping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8738" y="3008376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99A2E"/>
                </a:solidFill>
                <a:latin typeface="Cambria"/>
              </a:rPr>
              <a:t>$5.2M/yr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1463040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6228" y="1664208"/>
            <a:ext cx="384048" cy="384048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6228" y="1664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6228" y="2176272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Start a YouTube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6228" y="3008376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D64545"/>
                </a:solidFill>
                <a:latin typeface="Cambria"/>
              </a:rPr>
              <a:t>$100K/mo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1463040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3718" y="1664208"/>
            <a:ext cx="384048" cy="384048"/>
          </a:xfrm>
          <a:prstGeom prst="ellipse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3718" y="1664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3718" y="2176272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“Answer Man”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3718" y="3008376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B6FA0"/>
                </a:solidFill>
                <a:latin typeface="Cambria"/>
              </a:rPr>
              <a:t>$170K/yr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03904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7" y="4005072"/>
            <a:ext cx="384048" cy="384048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0050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517136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Local Service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5349240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F7D5C"/>
                </a:solidFill>
                <a:latin typeface="Cambria"/>
              </a:rPr>
              <a:t>6-figure biz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7570" y="3803904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18738" y="4005072"/>
            <a:ext cx="384048" cy="384048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8738" y="40050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8738" y="4517136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Build a Simple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8738" y="5349240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7B5EA7"/>
                </a:solidFill>
                <a:latin typeface="Cambria"/>
              </a:rPr>
              <a:t>$40K/mo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5060" y="3803904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96228" y="4005072"/>
            <a:ext cx="384048" cy="384048"/>
          </a:xfrm>
          <a:prstGeom prst="ellipse">
            <a:avLst/>
          </a:prstGeom>
          <a:solidFill>
            <a:srgbClr val="B5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6228" y="40050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6228" y="4517136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UGC Content Creation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6228" y="5349240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B5507A"/>
                </a:solidFill>
                <a:latin typeface="Cambria"/>
              </a:rPr>
              <a:t>$142K/yr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2550" y="3803904"/>
            <a:ext cx="2576322" cy="2139696"/>
          </a:xfrm>
          <a:prstGeom prst="roundRect">
            <a:avLst>
              <a:gd name="adj" fmla="val 8000"/>
            </a:avLst>
          </a:prstGeom>
          <a:solidFill>
            <a:srgbClr val="24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73718" y="4005072"/>
            <a:ext cx="384048" cy="384048"/>
          </a:xfrm>
          <a:prstGeom prst="ellipse">
            <a:avLst/>
          </a:prstGeom>
          <a:solidFill>
            <a:srgbClr val="1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3718" y="40050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28" b="1" i="0">
                <a:solidFill>
                  <a:srgbClr val="FFFFFF"/>
                </a:solidFill>
                <a:latin typeface="Cambria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3718" y="4517136"/>
            <a:ext cx="217398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Coaching From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3718" y="5349240"/>
            <a:ext cx="2173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E8A8A"/>
                </a:solidFill>
                <a:latin typeface="Cambria"/>
              </a:rPr>
              <a:t>$279K/yr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8A949E"/>
                </a:solidFill>
                <a:latin typeface="Calibri"/>
              </a:rPr>
              <a:t>Claude is the manager. You're the talent. Go make something.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