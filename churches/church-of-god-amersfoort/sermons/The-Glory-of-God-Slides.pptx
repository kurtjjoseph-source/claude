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42" Type="http://schemas.openxmlformats.org/officeDocument/2006/relationships/slide" Target="slides/slide38.xml"/><Relationship Id="rId86" Type="http://schemas.openxmlformats.org/officeDocument/2006/relationships/slide" Target="slides/slide82.xml"/><Relationship Id="rId41" Type="http://schemas.openxmlformats.org/officeDocument/2006/relationships/slide" Target="slides/slide37.xml"/><Relationship Id="rId85" Type="http://schemas.openxmlformats.org/officeDocument/2006/relationships/slide" Target="slides/slide8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87" Type="http://schemas.openxmlformats.org/officeDocument/2006/relationships/slide" Target="slides/slide8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640080" y="2103120"/>
            <a:ext cx="10881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THE GLORY OF GOD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Manifested Presence of God and the Riches It Carries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300"/>
              <a:buFont typeface="Cambria"/>
              <a:buNone/>
            </a:pPr>
            <a:r>
              <a:rPr b="1" i="0" lang="en-US" sz="63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OPENING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Tonight's assignment: to teach on the glory — the manifested presence of God — and what comes with Him when He shows up.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is not enough to know that God can come; we must know what comes when He comes.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“I will stand upon my watch, and set me upon the tower, and will watch to see what he will say unto me.”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HABAKKUK 2:1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“The entrance of thy words giveth light; it giveth understanding unto the simple.”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PSALM 119:130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300"/>
              <a:buFont typeface="Cambria"/>
              <a:buNone/>
            </a:pPr>
            <a:r>
              <a:rPr b="1" i="0" lang="en-US" sz="63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THE TEXT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“This is the thing which the LORD commanded that ye should do: and the glory of the LORD shall appear unto you.”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1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LEVITICUS 9:6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love encounter meetings where His presence is revealed, but few take time to study the glory of God.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THREE DIMENSIONS OF GOD'S PRESENCE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Omnipresence — God's ability to be everywhere at the same time.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“Whither shall I go from thy Spirit? ... If I make my bed in hell, behold, thou art there.”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PSALM 139:7–8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Emmanuel dimension — His presence where believers gather in His name.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“For where two or three are gathered together in my name, there am I in the midst of them.”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MATTHEW 18:20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Shekinah — His manifested presence, recognised by all things. These dimensions do not function at the same level.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300"/>
              <a:buFont typeface="Cambria"/>
              <a:buNone/>
            </a:pPr>
            <a:r>
              <a:rPr b="1" i="0" lang="en-US" sz="63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THE MEANING OF GLORY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Glory (Hebrew kabod, Greek doxa) means weightiness — the worth of a thing, seen by dissecting what makes it desirable.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God's glory is the aggregate of all His dimensions — goodness, wisdom, mercy, kindness — that make Him worthy of worship.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“I will make all my goodness pass before thee, and I will proclaim the name of the LORD before thee.”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EXODUS 33:19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300"/>
              <a:buFont typeface="Cambria"/>
              <a:buNone/>
            </a:pPr>
            <a:r>
              <a:rPr b="1" i="0" lang="en-US" sz="63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KEY FACTS ABOUT THE GLORY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— the glory is His manifested presence together with the resources that come with it (eight in all).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 — the glory is revealed to men in weights and measures; it comes in layers and levels.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“Our light affliction, which is but for a moment, worketh for us a far more exceeding and eternal weight of glory.”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2 CORINTHIANS 4:17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Third — your dominion is predicated on the weight of glory you trap through alignment and yieldedness.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FIVE PLATFORMS TO EXPERIENCE THE GLORY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The Prayer Platform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“And as he prayed, the fashion of his countenance was altered, and his raiment was white and glistering.”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LUKE 9:29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The Word-Study Platform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“Beholding as in a glass the glory of the Lord, we are changed into the same image from glory to glory.”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2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2 CORINTHIANS 3:18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The Worship Platform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singers made one sound to praise the Lord, and the house was filled with a cloud, so the priests could not stand to minister.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2 CHRONICLES 5:13–14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The Obedience Platform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“Look that thou make them after their pattern, which was shewed thee in the mount.”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EXODUS 25:40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When Moses finished the work according to pattern, a cloud covered the tent and the glory filled the tabernacle.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7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EXODUS 40:33–34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The Sacrifice Platform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When Solomon finished praying, fire came down and consumed the sacrifice, and the glory of the LORD filled the house.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9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2 CHRONICLES 7:1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FOCUSING ON WORSHIP: TWO ELEMENTS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True worship has two elements: ministering unto God, and receiving from God.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Ministering unto God (Hebrew barak — to bow, to kneel); it carries no requests, only gratitude, surrender, and reverence.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“Bless the LORD, O my soul: and all that is within me, bless his holy name.”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3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PSALM 103:1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“Separate me Barnabas and Saul for the work whereunto I have called them.”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ACTS 13:2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Instead of talking to God about your trouble, invoke His presence — get God to the scene.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“O give thanks unto the LORD; for he is good: for his mercy endureth for ever.”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PSALM 107:1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“I will call upon the LORD, who is worthy to be praised: so shall I be saved from mine enemies.”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7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PSALM 18:3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glory is meant to be a response, not a pursuit — as you focus on His beauty, He quickens the dimension He wants revealed in you.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Receiving from God — when we minister truly, He responds; that response is His Shekinah, His manifested presence.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WHEN GOD SHOWS UP: ENCOUNTERS AND INTERVENTIONS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 presence comes with treasures; discern them, or leave excited but empty-handed.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Encounters conform you to Christ's image; interventions bring healing, breakthrough, deliverance, and opportunity.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recipient chooses which to receive; the greater benefit is transformation, not intervention.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“Beholding as in a glass the glory of the Lord, we are changed into the same image from glory to glory.”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4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2 CORINTHIANS 3:18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Like flying above traffic, ascending in the spirit lifts you above situations you once had to fight.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300"/>
              <a:buFont typeface="Cambria"/>
              <a:buNone/>
            </a:pPr>
            <a:r>
              <a:rPr b="1" i="0" lang="en-US" sz="63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THE EIGHT RICHES OF HIS GLORY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“That he would grant you, according to the riches of his glory, to be strengthened with might by his Spirit in the inner man.”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7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EPHESIANS 3:16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8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“But my God shall supply all your need according to his riches in glory by Christ Jesus.”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8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PHILIPPIANS 4:19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9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Wisdom — it cannot be bought; it comes from the glory.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0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Understanding — the faculty of comprehension.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Guidance and Direction — strategy and things to come, revealed by the Spirit.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2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Skill — competence as an impartation, not merely a learned ability.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3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Favor — that which attracts people, opportunities, and resources.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Utterance — capacity to communicate spiritual realities so all men comprehend.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5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Strength — renewed vitality that keeps you rising, not declining.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“They that wait upon the LORD shall renew their strength; they shall run, and not be weary; and they shall walk, and not faint.”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66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ISAIAH 40:28–31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The Spirit of Faith — capacity to trust God for exploits beyond your calculations.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8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0" i="1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“How shall this be, seeing I know not a man?”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68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LUKE 1:34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9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works together for good, because when the glory shows up, everything worships Him — including your pain.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0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“And we know that all things work together for good to them that love God.”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0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ROMANS 8:28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1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from worship: let the glory bring the riches, then transact with the riches — that is where dominion lies.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2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0" i="1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“Except the LORD build the house, they labour in vain that build it... It is vain to rise up early, to sit up late, to eat the bread of sorrows.”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2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PSALM 127:1–2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3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300"/>
              <a:buFont typeface="Cambria"/>
              <a:buNone/>
            </a:pPr>
            <a:r>
              <a:rPr b="1" i="0" lang="en-US" sz="63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THE PROTOCOL: A YIELDED HEART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every song, gift, or right step brings the glory — there is a heart posture that unlocks it.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5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“I the LORD search the heart, I try the reins, even to give every man according to his ways.”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5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JEREMIAH 17:10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6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God searches the heart, exposing “political” worship that patronises Him for benefit rather than love.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7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“And he did that which was right in the sight of the LORD, but not with a perfect heart.”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77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2 CHRONICLES 25:2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8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greatest determinant of the glory is a heart that is yielded, surrendered, consecrated, and aligned.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9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0" i="1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“The sacrifices of God are a broken spirit: a broken and a contrite heart, O God, thou wilt not despise.”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79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PSALM 51:17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0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“Simon... lovest thou me?” — it is about love, not mechanics.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0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JOHN 21:16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1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0" i="1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“There is no fear in love; but perfect love casteth out fear.”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1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1 JOHN 4:18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2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God looks past the song to the purity of the singer; He is moving people from users to lovers.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3"/>
          <p:cNvSpPr/>
          <p:nvPr/>
        </p:nvSpPr>
        <p:spPr>
          <a:xfrm>
            <a:off x="731520" y="45720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0" i="1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“Though he slay me, yet will I trust in him.”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3"/>
          <p:cNvSpPr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JOB 13:15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4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6300"/>
              <a:buFont typeface="Cambria"/>
              <a:buNone/>
            </a:pPr>
            <a:r>
              <a:rPr b="1" i="0" lang="en-US" sz="6300" u="none" cap="none" strike="noStrike">
                <a:solidFill>
                  <a:srgbClr val="F2C14E"/>
                </a:solidFill>
                <a:latin typeface="Cambria"/>
                <a:ea typeface="Cambria"/>
                <a:cs typeface="Cambria"/>
                <a:sym typeface="Cambria"/>
              </a:rPr>
              <a:t>CLOSING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5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all starts with the heart; the patterns matter, but the heart posture allows the glory to come.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6"/>
          <p:cNvSpPr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prayer: a circumcision of the heart — turning from a transactional user into a presence-conscious lover of God.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